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fe8021bec4237" /><Relationship Type="http://schemas.openxmlformats.org/officeDocument/2006/relationships/extended-properties" Target="/docProps/app.xml" Id="Rc1ea245f15954131" /><Relationship Type="http://schemas.openxmlformats.org/officeDocument/2006/relationships/officeDocument" Target="/ppt/presentation.xml" Id="R3c719dc4722b4f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b5a17873243b0"/>
  </p:sldMasterIdLst>
  <p:notesMasterIdLst>
    <p:notesMasterId xmlns:r="http://schemas.openxmlformats.org/officeDocument/2006/relationships" r:id="R67214e96d79e4ceb"/>
  </p:notesMasterIdLst>
  <p:sldIdLst>
    <p:sldId xmlns:r="http://schemas.openxmlformats.org/officeDocument/2006/relationships" id="256" r:id="Rd88369ccf9d242c9"/>
    <p:sldId xmlns:r="http://schemas.openxmlformats.org/officeDocument/2006/relationships" id="257" r:id="R6a6d962c002d4d8a"/>
    <p:sldId xmlns:r="http://schemas.openxmlformats.org/officeDocument/2006/relationships" id="258" r:id="R054e0b7e0c9740c1"/>
    <p:sldId xmlns:r="http://schemas.openxmlformats.org/officeDocument/2006/relationships" id="259" r:id="Rea49d7e5e5034fc1"/>
    <p:sldId xmlns:r="http://schemas.openxmlformats.org/officeDocument/2006/relationships" id="260" r:id="Rf10ecfdf484f404a"/>
    <p:sldId xmlns:r="http://schemas.openxmlformats.org/officeDocument/2006/relationships" id="261" r:id="R38a1fc3c1f464764"/>
    <p:sldId xmlns:r="http://schemas.openxmlformats.org/officeDocument/2006/relationships" id="262" r:id="R535937cc9a6b41d7"/>
    <p:sldId xmlns:r="http://schemas.openxmlformats.org/officeDocument/2006/relationships" id="263" r:id="Rbb2ec6bff35d4ac4"/>
    <p:sldId xmlns:r="http://schemas.openxmlformats.org/officeDocument/2006/relationships" id="264" r:id="R97f45c6567404493"/>
    <p:sldId xmlns:r="http://schemas.openxmlformats.org/officeDocument/2006/relationships" id="265" r:id="R7a6b4b94895c426b"/>
    <p:sldId xmlns:r="http://schemas.openxmlformats.org/officeDocument/2006/relationships" id="266" r:id="R0c13e53263ab4535"/>
    <p:sldId xmlns:r="http://schemas.openxmlformats.org/officeDocument/2006/relationships" id="267" r:id="R9563753d6f2c4e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5ebb14c69a4d9d" /><Relationship Type="http://schemas.openxmlformats.org/officeDocument/2006/relationships/slideMaster" Target="/ppt/slideMasters/slideMaster1.xml" Id="R433b5a17873243b0" /><Relationship Type="http://schemas.openxmlformats.org/officeDocument/2006/relationships/notesMaster" Target="/ppt/notesMasters/notesMaster1.xml" Id="R67214e96d79e4ceb" /><Relationship Type="http://schemas.openxmlformats.org/officeDocument/2006/relationships/presProps" Target="/ppt/presProps.xml" Id="R631dfc31849c4ad0" /><Relationship Type="http://schemas.openxmlformats.org/officeDocument/2006/relationships/tableStyles" Target="/ppt/tableStyles.xml" Id="R04ccc525571b4bc8" /><Relationship Type="http://schemas.openxmlformats.org/officeDocument/2006/relationships/slide" Target="/ppt/slides/slide1.xml" Id="Rd88369ccf9d242c9" /><Relationship Type="http://schemas.openxmlformats.org/officeDocument/2006/relationships/slide" Target="/ppt/slides/slide2.xml" Id="R6a6d962c002d4d8a" /><Relationship Type="http://schemas.openxmlformats.org/officeDocument/2006/relationships/slide" Target="/ppt/slides/slide3.xml" Id="R054e0b7e0c9740c1" /><Relationship Type="http://schemas.openxmlformats.org/officeDocument/2006/relationships/slide" Target="/ppt/slides/slide4.xml" Id="Rea49d7e5e5034fc1" /><Relationship Type="http://schemas.openxmlformats.org/officeDocument/2006/relationships/slide" Target="/ppt/slides/slide5.xml" Id="Rf10ecfdf484f404a" /><Relationship Type="http://schemas.openxmlformats.org/officeDocument/2006/relationships/slide" Target="/ppt/slides/slide6.xml" Id="R38a1fc3c1f464764" /><Relationship Type="http://schemas.openxmlformats.org/officeDocument/2006/relationships/slide" Target="/ppt/slides/slide7.xml" Id="R535937cc9a6b41d7" /><Relationship Type="http://schemas.openxmlformats.org/officeDocument/2006/relationships/slide" Target="/ppt/slides/slide8.xml" Id="Rbb2ec6bff35d4ac4" /><Relationship Type="http://schemas.openxmlformats.org/officeDocument/2006/relationships/slide" Target="/ppt/slides/slide9.xml" Id="R97f45c6567404493" /><Relationship Type="http://schemas.openxmlformats.org/officeDocument/2006/relationships/slide" Target="/ppt/slides/slide10.xml" Id="R7a6b4b94895c426b" /><Relationship Type="http://schemas.openxmlformats.org/officeDocument/2006/relationships/slide" Target="/ppt/slides/slide11.xml" Id="R0c13e53263ab4535" /><Relationship Type="http://schemas.openxmlformats.org/officeDocument/2006/relationships/slide" Target="/ppt/slides/slide12.xml" Id="R9563753d6f2c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6a607c8ff46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44a814494a42ae" /><Relationship Type="http://schemas.openxmlformats.org/officeDocument/2006/relationships/notesMaster" Target="/ppt/notesMasters/notesMaster1.xml" Id="R3e6e357a5fa746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1a27824cc9453a" /><Relationship Type="http://schemas.openxmlformats.org/officeDocument/2006/relationships/notesMaster" Target="/ppt/notesMasters/notesMaster1.xml" Id="R9dbea908ae7c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a6f00de884f18" /><Relationship Type="http://schemas.openxmlformats.org/officeDocument/2006/relationships/notesMaster" Target="/ppt/notesMasters/notesMaster1.xml" Id="R2f2b64f6e525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de37c92316475e" /><Relationship Type="http://schemas.openxmlformats.org/officeDocument/2006/relationships/notesMaster" Target="/ppt/notesMasters/notesMaster1.xml" Id="R6f746c86069b4f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df971a597140b5" /><Relationship Type="http://schemas.openxmlformats.org/officeDocument/2006/relationships/notesMaster" Target="/ppt/notesMasters/notesMaster1.xml" Id="Rff02ee4f8e704b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9fe20ddb9497c" /><Relationship Type="http://schemas.openxmlformats.org/officeDocument/2006/relationships/notesMaster" Target="/ppt/notesMasters/notesMaster1.xml" Id="R8f134fb2a17e46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b703287642406d" /><Relationship Type="http://schemas.openxmlformats.org/officeDocument/2006/relationships/notesMaster" Target="/ppt/notesMasters/notesMaster1.xml" Id="R6d0ee0742da644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584f93240540cc" /><Relationship Type="http://schemas.openxmlformats.org/officeDocument/2006/relationships/notesMaster" Target="/ppt/notesMasters/notesMaster1.xml" Id="R8690492c46254c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baa839131f4dfd" /><Relationship Type="http://schemas.openxmlformats.org/officeDocument/2006/relationships/notesMaster" Target="/ppt/notesMasters/notesMaster1.xml" Id="R54a14c8d3d3d46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bfe8a7144c422b" /><Relationship Type="http://schemas.openxmlformats.org/officeDocument/2006/relationships/notesMaster" Target="/ppt/notesMasters/notesMaster1.xml" Id="R2301d539d4d046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c839fee4824537" /><Relationship Type="http://schemas.openxmlformats.org/officeDocument/2006/relationships/notesMaster" Target="/ppt/notesMasters/notesMaster1.xml" Id="Rd3e87874943e40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a025ec828d4247" /><Relationship Type="http://schemas.openxmlformats.org/officeDocument/2006/relationships/notesMaster" Target="/ppt/notesMasters/notesMaster1.xml" Id="Rf20bd104c81d45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77b54914743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f14bdf9dc4a51" /><Relationship Type="http://schemas.openxmlformats.org/officeDocument/2006/relationships/slideLayout" Target="/ppt/slideLayouts/slideLayout1.xml" Id="R81e4e0a83080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4e0a83080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b2db7dce0434b" /><Relationship Type="http://schemas.openxmlformats.org/officeDocument/2006/relationships/notesSlide" Target="/ppt/notesSlides/notesSlide1.xml" Id="Rd8f3c75ffde24b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9ccd0a3c34674" /><Relationship Type="http://schemas.openxmlformats.org/officeDocument/2006/relationships/notesSlide" Target="/ppt/notesSlides/notesSlide2.xml" Id="Raed7ae70084b4e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bab42f07d4e60" /><Relationship Type="http://schemas.openxmlformats.org/officeDocument/2006/relationships/notesSlide" Target="/ppt/notesSlides/notesSlide3.xml" Id="Rdf7c655a513a41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e0b8c4b744515" /><Relationship Type="http://schemas.openxmlformats.org/officeDocument/2006/relationships/notesSlide" Target="/ppt/notesSlides/notesSlide4.xml" Id="R0c0795a25bac46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750d422154238" /><Relationship Type="http://schemas.openxmlformats.org/officeDocument/2006/relationships/image" Target="/ppt/media/image.png" Id="R5749471e1762419a" /><Relationship Type="http://schemas.openxmlformats.org/officeDocument/2006/relationships/notesSlide" Target="/ppt/notesSlides/notesSlide5.xml" Id="Rc58dbfa673f942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4a82f815e4448" /><Relationship Type="http://schemas.openxmlformats.org/officeDocument/2006/relationships/image" Target="/ppt/media/image2.png" Id="R1331077f02dc442e" /><Relationship Type="http://schemas.openxmlformats.org/officeDocument/2006/relationships/image" Target="/ppt/media/image3.png" Id="Rdabd6c3719594466" /><Relationship Type="http://schemas.openxmlformats.org/officeDocument/2006/relationships/notesSlide" Target="/ppt/notesSlides/notesSlide6.xml" Id="Rd34befbac2f94a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15c1b14ce4847" /><Relationship Type="http://schemas.openxmlformats.org/officeDocument/2006/relationships/image" Target="/ppt/media/image4.png" Id="R16a61f6971534545" /><Relationship Type="http://schemas.openxmlformats.org/officeDocument/2006/relationships/notesSlide" Target="/ppt/notesSlides/notesSlide7.xml" Id="Rbd132d6061ef48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c1403a92f434c" /><Relationship Type="http://schemas.openxmlformats.org/officeDocument/2006/relationships/image" Target="/ppt/media/image5.png" Id="Re761bbe551124aff" /><Relationship Type="http://schemas.openxmlformats.org/officeDocument/2006/relationships/notesSlide" Target="/ppt/notesSlides/notesSlide8.xml" Id="R3be4ba55d00e4a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4f6a28b7b4820" /><Relationship Type="http://schemas.openxmlformats.org/officeDocument/2006/relationships/image" Target="/ppt/media/image6.png" Id="R5c87be707d7e4ee2" /><Relationship Type="http://schemas.openxmlformats.org/officeDocument/2006/relationships/image" Target="/ppt/media/image7.png" Id="R569eca8703d54940" /><Relationship Type="http://schemas.openxmlformats.org/officeDocument/2006/relationships/image" Target="/ppt/media/image8.png" Id="Ra141212813434cb6" /><Relationship Type="http://schemas.openxmlformats.org/officeDocument/2006/relationships/image" Target="/ppt/media/image9.png" Id="Rc1c701e51e2244c3" /><Relationship Type="http://schemas.openxmlformats.org/officeDocument/2006/relationships/notesSlide" Target="/ppt/notesSlides/notesSlide9.xml" Id="Rb2581b22d9034b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6138a08b249c0" /><Relationship Type="http://schemas.openxmlformats.org/officeDocument/2006/relationships/notesSlide" Target="/ppt/notesSlides/notesSlide10.xml" Id="Ree18dfe1df3049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e023660284122" /><Relationship Type="http://schemas.openxmlformats.org/officeDocument/2006/relationships/notesSlide" Target="/ppt/notesSlides/notesSlide11.xml" Id="R88774a3e09364b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45c52a2774dae" /><Relationship Type="http://schemas.openxmlformats.org/officeDocument/2006/relationships/notesSlide" Target="/ppt/notesSlides/notesSlide12.xml" Id="R7322aff5275e47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93956-2635-4F73-8B8B-8DB87066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企业车牌识别与车辆管理系统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1D267-7442-42C5-97F8-E3F30845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基于 YOLO / OpenCV / Flask 的视觉 AI 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7C108-AF6D-4881-ACAF-4C814CBF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P402019B 创新应用综合实训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86552-4C1E-4669-B933-C6FCE224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66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129D6-0B2A-43EE-899B-7EFA7D7A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25554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3E81E-4203-4D51-B649-5ED787D6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合并训练图片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89E72-2CEC-4B2E-ABFC-C9299A5E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10000"/>
            <a:ext cx="266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75464-BB94-40EE-942F-A3244B23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62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65B"/>
                </a:solidFill>
              </a:defRPr>
            </a:pPr>
            <a:r>
              <a:rPr sz="2850" b="1">
                <a:solidFill>
                  <a:srgbClr val="16865B"/>
                </a:solidFill>
              </a:rPr>
              <a:t>0.1196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98E0E-43D6-432B-B598-F1E220D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00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测试集损失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1003A-76B5-43DB-993F-1311B9A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0000"/>
            <a:ext cx="266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0DD3E-5A6D-4AC1-B6F7-77840AD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62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7706"/>
                </a:solidFill>
              </a:defRPr>
            </a:pPr>
            <a:r>
              <a:rPr sz="2850" b="1">
                <a:solidFill>
                  <a:srgbClr val="D97706"/>
                </a:solidFill>
              </a:rPr>
              <a:t>8+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15959-B84C-4869-8579-BD97341C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运行/开发截图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7EBC2-72A3-4D4D-ACFC-360228FB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组长：胡哲祺 24281098 · 组员：温豪杰 24281112、杨大松 24281118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86505-70DD-4540-B812-F1D77484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1</a:t>
            </a:r>
          </a:p>
        </p:txBody>
      </p:sp>
    </p:spTree>
    <p:extLst>
      <p:ext uri="{BB962C8B-B14F-4D97-AF65-F5344CB8AC3E}">
        <p14:creationId xmlns:p14="http://schemas.microsoft.com/office/powerpoint/2010/main" val="598001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FBAA6-D4EC-4EE0-B48A-347B39A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成员分工和贡献比先讲清楚，便于答辩追问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73D88-694A-46F7-B776-AB985CF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按群公告要求，PPT 第二页单独列出成员工作描述与量化贡献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3E6C8-4CFA-4CCC-B58F-F1AAA8E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70501-2436-42CF-B04E-D25FA88D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4EC16-F5D9-42AB-BF00-76F75470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胡哲祺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39961-9797-4054-8967-D52E411A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24281098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E10E9-9DFF-4898-934D-8C910AE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71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组长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3C394-8767-41C3-886A-E3EDB6EF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总体设计、进度统筹、报告统稿、训练验收、答辩组织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C3EF0-78B3-4125-BD6A-D5B0F21C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6865B"/>
                </a:solidFill>
              </a:defRPr>
            </a:pPr>
            <a:r>
              <a:rPr sz="2250" b="1">
                <a:solidFill>
                  <a:srgbClr val="16865B"/>
                </a:solidFill>
              </a:rPr>
              <a:t>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19570-739F-4AAE-965F-FE5C0A3A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77A03-E66E-4068-AFC8-D07EC694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温豪杰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3672B-DE37-4935-AA40-B5FB876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24281112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39234-D73F-43B5-A510-E65DE4F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956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组员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BAB37-DD9B-469E-9317-03672FD0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956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数据集整理、训练脚本、模型训练、实验结果分析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618E7-39A9-4876-BFA6-8D020077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6865B"/>
                </a:solidFill>
              </a:defRPr>
            </a:pPr>
            <a:r>
              <a:rPr sz="2250" b="1">
                <a:solidFill>
                  <a:srgbClr val="16865B"/>
                </a:solidFill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886FE-0E56-470F-95B9-5FADE16B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8F27E-E92F-45B3-B3D5-A4E3FD9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杨大松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A5BD0-18EE-4655-B0ED-0B145701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24281118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EE22D-0C57-4044-A866-4D543D9D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组员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25F83-D0F9-4F8D-8F26-1D0646BA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Flask 后端、前端管理系统、OCR/车辆档案匹配、运行截图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A2657-64AF-482D-9AC3-37E54DB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386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6865B"/>
                </a:solidFill>
              </a:defRPr>
            </a:pPr>
            <a:r>
              <a:rPr sz="2250" b="1">
                <a:solidFill>
                  <a:srgbClr val="16865B"/>
                </a:solidFill>
              </a:rPr>
              <a:t>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A6069-3A1A-4ABD-96CF-5AFCBDAE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贡献比：胡哲祺：温豪杰：杨大松 = 4：3：3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328F1-FA73-4640-BA68-7DF5EE8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2</a:t>
            </a:r>
          </a:p>
        </p:txBody>
      </p:sp>
    </p:spTree>
    <p:extLst>
      <p:ext uri="{BB962C8B-B14F-4D97-AF65-F5344CB8AC3E}">
        <p14:creationId xmlns:p14="http://schemas.microsoft.com/office/powerpoint/2010/main" val="1694204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328D7-22AE-4226-929C-3A6CBB8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项目不是单纯识别车牌，而是识别后能找车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9CB85-B0DE-4063-ADD6-16FEDAB6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从课程视觉 AI 任务扩展到企业/校园门岗车辆管理场景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4BD51-78F7-4947-AEEE-477FCF43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DDF65-0499-4BA3-848C-EC038B4F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入口：上传车辆图片，检测车辆和车牌区域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B2E0-499F-4879-BEC7-A9529561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识别：输出车牌号、置信度、车牌裁剪和结果图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B75E4-6733-414D-8D92-53F7E1D3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管理：根据车牌号自动匹配车辆档案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4D16E-6CB7-462B-A270-9FF4A8EA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展示：返回车主部门、车辆类型、通行权限、车辆状态和最近通行记录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95D2B-80F3-4C88-A66A-00E46929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A64BE-3689-42AE-8A4E-38E0CD5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识别 → 查询 → 处置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FE455-810A-4115-B533-FCC6555B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门岗人员不只看到车牌框，还能知道这辆车是谁的、能不能进、是否需要人工核验。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F10A1-A2BB-414A-BDC1-0C1D9BF6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3</a:t>
            </a:r>
          </a:p>
        </p:txBody>
      </p:sp>
    </p:spTree>
    <p:extLst>
      <p:ext uri="{BB962C8B-B14F-4D97-AF65-F5344CB8AC3E}">
        <p14:creationId xmlns:p14="http://schemas.microsoft.com/office/powerpoint/2010/main" val="1271920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0B5338-9AE5-4293-8691-07FC99DC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开发周期从 7 月 10 日到 7 月 19 日，按阶段推进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3BD7C-89DA-4475-94D1-780B3DF1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过程材料写入 PPT，展示实际工作量和迭代路线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D0FA-D830-474E-9E15-D610D814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439C8-0A93-4C2D-8632-8E2DA3E3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52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47AB4-6829-41F9-9B18-7B538397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07/10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2049F-619D-4E33-800B-B503A42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选题与需求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942F8-E973-4FC4-8637-B1644781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13B37-793E-42C7-9190-4D387FD1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52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EA27F-8A77-4566-B294-1628C767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67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07/11-13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8D48B-8DEB-4FFB-808E-6C39CEA5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数据集整理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1B2D2-BB1E-427B-9DF8-892BCE6D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BD6F3-540B-41E6-85EC-3EE9166C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52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7012B-D244-4F71-9072-36C29B87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07/14-15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1BBDA-6E83-48D0-971E-D292F48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模型训练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DA122-FCEE-4683-A5A5-2EC47EE8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0B2C8-6D05-4343-B821-A8297FF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52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12A0B-2364-4911-BC3F-33F1C47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07/16-17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4E362-00D5-4CC7-AC84-D434EE27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后端与前端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447DA-5380-4B1B-8FE0-99DCAB3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6BFAE-3CF4-4DC3-8F0D-45498941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52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D1B98-E56B-41A7-9B97-A55F2D0D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07/18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50A18-2FEC-490D-8AA5-A67B2A4A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管理系统升级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698B9-60FF-4B5B-8112-E592952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99456-6874-4399-B528-EA85D94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52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B7FC6-C266-444D-A1A8-8F27598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67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07/19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0E686-EA5B-4BF9-AE02-9E3AC9C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38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材料验收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A2413-AA2C-4754-812B-696DEB02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每天形成一个可检查产物：数据、脚本、模型、接口、页面、截图或文档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BDDB8-1E02-4DD1-965F-57C4D2FB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组长负责验收节点，成员分别负责数据模型和系统实现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8D80D-3A5C-4370-8F69-7CA5D0A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最终集中核对群公告：报告首页摘要、PPT 第二页分工、日志、截图、zip 命名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450EB-4975-49B2-832D-A600271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4</a:t>
            </a:r>
          </a:p>
        </p:txBody>
      </p:sp>
    </p:spTree>
    <p:extLst>
      <p:ext uri="{BB962C8B-B14F-4D97-AF65-F5344CB8AC3E}">
        <p14:creationId xmlns:p14="http://schemas.microsoft.com/office/powerpoint/2010/main" val="1841741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D8786-93C3-4300-AD97-94312256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多源公开数据集合并后形成 25554 张训练图片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FD5E8-13B1-4B91-8CF3-CCE1CBF9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数据集不放入最终 zip，只在报告中写明来源和规模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1297E-D2D9-4E77-9EDE-B1CBAF4E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9471e1762419a"/>
          <a:stretch xmlns:a="http://schemas.openxmlformats.org/drawingml/2006/main"/>
        </p:blipFill>
        <p:spPr>
          <a:xfrm xmlns:a="http://schemas.openxmlformats.org/drawingml/2006/main">
            <a:off x="1028700" y="180975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B1B85-AB78-4FB8-BAB6-0FBE0851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381250" cy="3333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9CAC-847D-47E5-974B-BDC6FBB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数据划分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43245-6BDC-4F69-A033-EC9CA1F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65B"/>
                </a:solidFill>
              </a:defRPr>
            </a:pPr>
            <a:r>
              <a:rPr sz="1725" b="1">
                <a:solidFill>
                  <a:srgbClr val="16865B"/>
                </a:solidFill>
              </a:rPr>
              <a:t>训练集 22094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46E34-38E3-41DA-B5B0-2819D4A9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14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验证集 2310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C7CAF-D6B0-45C7-B8AF-EB0F8EC4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86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</a:defRPr>
            </a:pPr>
            <a:r>
              <a:rPr sz="1725" b="1">
                <a:solidFill>
                  <a:srgbClr val="D97706"/>
                </a:solidFill>
              </a:rPr>
              <a:t>测试集 1150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6EDB2-2A22-45C5-85B5-013052E9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5</a:t>
            </a:r>
          </a:p>
        </p:txBody>
      </p:sp>
    </p:spTree>
    <p:extLst>
      <p:ext uri="{BB962C8B-B14F-4D97-AF65-F5344CB8AC3E}">
        <p14:creationId xmlns:p14="http://schemas.microsoft.com/office/powerpoint/2010/main" val="160386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5B3FF-F491-437E-B0A4-58312796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训练日志显示模型完成 12 轮训练并保存最佳权重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24E06-B1E8-44ED-801C-282FC8E2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开发过程不仅有页面，也有可复现的训练脚本和模型文件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67AAE-0513-471C-A5D8-000F49B7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1077f02dc442e"/>
          <a:stretch xmlns:a="http://schemas.openxmlformats.org/drawingml/2006/main"/>
        </p:blipFill>
        <p:spPr>
          <a:xfrm xmlns:a="http://schemas.openxmlformats.org/drawingml/2006/main">
            <a:off x="676275" y="1762125"/>
            <a:ext cx="6553200" cy="40957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d6c3719594466"/>
          <a:stretch xmlns:a="http://schemas.openxmlformats.org/drawingml/2006/main"/>
        </p:blipFill>
        <p:spPr>
          <a:xfrm xmlns:a="http://schemas.openxmlformats.org/drawingml/2006/main">
            <a:off x="7524750" y="2514600"/>
            <a:ext cx="3429000" cy="1828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46114-9585-400F-ADAC-CFDD50F7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最佳验证损失 0.1420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测试集损失 0.1196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模型 models/tiny_plate_detector.pt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837E7-8D14-4927-911B-C3597248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6</a:t>
            </a:r>
          </a:p>
        </p:txBody>
      </p:sp>
    </p:spTree>
    <p:extLst>
      <p:ext uri="{BB962C8B-B14F-4D97-AF65-F5344CB8AC3E}">
        <p14:creationId xmlns:p14="http://schemas.microsoft.com/office/powerpoint/2010/main" val="93744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68CD8-734F-4C8E-BFB4-D8371D8B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系统联调把模型结果接进车辆档案查询流程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6B8B7-A857-4A4C-AFEE-F485B713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Flask 返回结果图、车牌裁剪、车辆返回图和结构化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B5F8-786C-48AD-A4CA-6F77537B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61f6971534545"/>
          <a:stretch xmlns:a="http://schemas.openxmlformats.org/drawingml/2006/main"/>
        </p:blipFill>
        <p:spPr>
          <a:xfrm xmlns:a="http://schemas.openxmlformats.org/drawingml/2006/main">
            <a:off x="1085850" y="1809750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FDA12-5D65-43E0-AFC0-B76C3C1C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/detect 接口接收上传图片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D0D44-8FE1-48D7-8223-C1FBF9E3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检测模块输出车辆框和车牌框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B7F51-8F77-492A-8B0E-C0CD5475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OCR 模块返回车牌号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95C72-D45D-4633-837B-534BC91D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前端按车牌号匹配档案库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EC8BB-B7D5-4CB3-9EB7-AF18D84E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7</a:t>
            </a:r>
          </a:p>
        </p:txBody>
      </p:sp>
    </p:spTree>
    <p:extLst>
      <p:ext uri="{BB962C8B-B14F-4D97-AF65-F5344CB8AC3E}">
        <p14:creationId xmlns:p14="http://schemas.microsoft.com/office/powerpoint/2010/main" val="666795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87059-87B7-4515-8994-C1DA4AB4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最终前端更像真实公司的车辆通行管理系统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4CBC8-606E-4514-AB05-33022AE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识别 BB8986 后自动找车，展示车主、部门、权限和车辆图片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A052F-AA22-47C8-A0F6-ADD4EC75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1bbe551124aff"/>
          <a:stretch xmlns:a="http://schemas.openxmlformats.org/drawingml/2006/main"/>
        </p:blipFill>
        <p:spPr>
          <a:xfrm xmlns:a="http://schemas.openxmlformats.org/drawingml/2006/main">
            <a:off x="2573370" y="1666875"/>
            <a:ext cx="380676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C9665-DB6A-4A4C-A805-8C20C848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3143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DBF6F-CEFA-4494-837E-4950A903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65B"/>
                </a:solidFill>
              </a:defRPr>
            </a:pPr>
            <a:r>
              <a:rPr sz="2100" b="1">
                <a:solidFill>
                  <a:srgbClr val="16865B"/>
                </a:solidFill>
              </a:rPr>
              <a:t>运行验证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4BB5B-AF86-4C34-B011-E38BAC2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识别车牌：BB8986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D9D82-F1E6-49B7-92CC-B6DA4CA7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956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匹配车辆：行政部车辆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41D8C-4ECA-47DF-A027-EB4582D6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95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状态：正常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28986-5FFE-4AEC-A9C3-2233EDCA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95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返回车辆图片和车牌裁剪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58748-59F5-45B7-A93D-840C1016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8</a:t>
            </a:r>
          </a:p>
        </p:txBody>
      </p:sp>
    </p:spTree>
    <p:extLst>
      <p:ext uri="{BB962C8B-B14F-4D97-AF65-F5344CB8AC3E}">
        <p14:creationId xmlns:p14="http://schemas.microsoft.com/office/powerpoint/2010/main" val="1520174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EE4AE-A0DF-4A2C-B4A5-91A557F5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至少五张运行截图覆盖不同车牌样例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A966D-BAD5-4B90-8509-4A0E05A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不同图片均通过本地 Flask 页面实际上传识别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ED481-AF1F-4D89-8386-15FE3D34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25479-D790-499E-A194-6F719FEE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000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7be707d7e4ee2"/>
          <a:stretch xmlns:a="http://schemas.openxmlformats.org/drawingml/2006/main"/>
        </p:blipFill>
        <p:spPr>
          <a:xfrm xmlns:a="http://schemas.openxmlformats.org/drawingml/2006/main">
            <a:off x="2204479" y="1971675"/>
            <a:ext cx="1915642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CD835-AC10-4EA4-B427-B1B8C23C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BB8986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52FEF-54D8-47CF-B8E7-3D13056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66875"/>
            <a:ext cx="5000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eca8703d54940"/>
          <a:stretch xmlns:a="http://schemas.openxmlformats.org/drawingml/2006/main"/>
        </p:blipFill>
        <p:spPr>
          <a:xfrm xmlns:a="http://schemas.openxmlformats.org/drawingml/2006/main">
            <a:off x="7681354" y="1971675"/>
            <a:ext cx="1915642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BDC32-111B-4C28-B24E-A5D29525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589222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2F782-30D6-49B2-8C4A-99D0E54D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5000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1212813434cb6"/>
          <a:stretch xmlns:a="http://schemas.openxmlformats.org/drawingml/2006/main"/>
        </p:blipFill>
        <p:spPr>
          <a:xfrm xmlns:a="http://schemas.openxmlformats.org/drawingml/2006/main">
            <a:off x="2204479" y="4257675"/>
            <a:ext cx="1915642" cy="1428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98651-690C-477D-9A3E-0771B5D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XCJ-S77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2E1E5-2704-42B7-9C0A-8ACEAF97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52875"/>
            <a:ext cx="5000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701e51e2244c3"/>
          <a:stretch xmlns:a="http://schemas.openxmlformats.org/drawingml/2006/main"/>
        </p:blipFill>
        <p:spPr>
          <a:xfrm xmlns:a="http://schemas.openxmlformats.org/drawingml/2006/main">
            <a:off x="7735221" y="4257675"/>
            <a:ext cx="1807909" cy="1428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0ADA8-8947-42F9-A8FA-C619A9A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29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EVSROCK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FB720-B282-4904-A44A-82A77820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9</a:t>
            </a:r>
          </a:p>
        </p:txBody>
      </p:sp>
    </p:spTree>
    <p:extLst>
      <p:ext uri="{BB962C8B-B14F-4D97-AF65-F5344CB8AC3E}">
        <p14:creationId xmlns:p14="http://schemas.microsoft.com/office/powerpoint/2010/main" val="15081211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84A2F-BF67-4C34-8209-E58E7B33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沟通记录体现了从需求到验收的协作过程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7DAD1-FEA0-4420-8798-B4714DEF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按公告要求补充过程材料，便于证明分工和开发周期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2F406-E919-4E07-B4E1-F811409E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E5275-708D-4319-A421-CD171447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07/10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E3209-B074-4A18-9D77-BC2ECCB2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腾讯会议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32C8C-0ED4-41F1-8E9E-4C6DF34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确定选题和功能范围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B8A7A-9077-4FF1-8106-DF872A95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07/12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FC2F8-FF23-4AC6-BD18-411EAFF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群聊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0DA70-0768-4DDE-B300-757D5C30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确认数据来源和不提交原始数据集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518FA-9A6B-49CE-AFAB-CA83985E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07/14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A886D-A3B7-4B77-A612-41D3C7D3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线下/语音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0F0DE-8CCD-4FE0-853A-5DCF58EE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选择轻量 YOLO 风格模型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43ED3-2362-4665-B79F-4B4DB93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07/16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AB853-C9C6-4780-8266-CF9D96FA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群聊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407CA-732A-4248-A5A6-361FAB3B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前后端字段和接口联调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F4381-E820-4C12-B205-8996030C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07/18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EE148-1DCD-4B7D-8E69-31E2095A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腾讯会议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58606-D010-459B-BBDE-3931817F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升级为企业车辆管理界面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D651F-E6D5-4714-9A46-179AB2E8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07/19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A2827-C0D8-4FE9-A034-1AE2EB83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群聊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D8BB1-E377-40B8-99FF-6FB9A6F6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核对报告、PPT、日志和截图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FE4BE-7CC7-48A0-AF60-5731763B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286000" cy="2667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B84CD-5F48-4C3F-9098-0B007C25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66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材料输出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9B6D8-0434-4711-AC26-D3AAEFB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课程报告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BB3D8-28D8-4134-BBAB-45C07F04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陈述 PPT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A7D29-A6CE-4EEA-A4D0-DB210289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演示截图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66EB8-966B-4F01-9F16-8BA89188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开发日志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3F96F2-A823-4EC6-86BA-6BD23BA3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沟通记录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29310A-5F06-4F9D-BC8A-50C6EB52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10</a:t>
            </a:r>
          </a:p>
        </p:txBody>
      </p:sp>
    </p:spTree>
    <p:extLst>
      <p:ext uri="{BB962C8B-B14F-4D97-AF65-F5344CB8AC3E}">
        <p14:creationId xmlns:p14="http://schemas.microsoft.com/office/powerpoint/2010/main" val="583278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96A0B-B111-4D1C-BEC1-3855BC7B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项目亮点是把视觉识别结果落到可用业务界面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8A629-C207-4644-B297-A2DC1D6A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同时保留训练、截图、日志等过程证据，满足课程提交要求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ED4B3-7856-48C4-9A07-209DFFE6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E025C-F383-4039-B879-095756DB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607DD-0CC4-4162-9A06-D3BADB0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C7342-0698-4144-996C-B3A229E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多源数据集合并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21CD-FDAC-4E9D-902C-F78CD101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轻量检测模型训练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4C91E-532C-4E39-929F-4C665210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Flask 非静态系统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64E4B-171C-4DF2-9023-AC017267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企业车辆管理前端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55FA0-FA52-4AAA-8436-C27AC6B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报告、PPT、日志和截图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B37C4-061E-484A-8B4E-F4B401D4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21811-5CD7-4944-9C39-E1773B4F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后续改进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F590-3AD1-4614-8785-7FA0F98B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接入真实 OCR 引擎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B2C44-647F-4CA4-B4C0-A1B188C5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使用 YOLOv8 提升检测精度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76345-CCFA-42BF-9EE7-63414CF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加入视频流识别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85897-B7FA-415B-93D5-924147A6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连接数据库和真实门禁系统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725A7-70A5-4C76-98DB-911EA294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11</a:t>
            </a:r>
          </a:p>
        </p:txBody>
      </p:sp>
    </p:spTree>
    <p:extLst>
      <p:ext uri="{BB962C8B-B14F-4D97-AF65-F5344CB8AC3E}">
        <p14:creationId xmlns:p14="http://schemas.microsoft.com/office/powerpoint/2010/main" val="6050375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B26EC-EB72-449D-84EC-0284817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最终交付：源代码、模型、课程报告、陈述 PPT、运行截图、开发日志和沟通记录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226D1-3E61-406D-97EB-101537C0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</a:defRPr>
            </a:pPr>
            <a:r>
              <a:rPr sz="1950" b="0">
                <a:solidFill>
                  <a:srgbClr val="64748B"/>
                </a:solidFill>
              </a:rPr>
              <a:t>提交包按组长学号命名为 24281098.zip；原始数据集不提交，在报告中注明数据来源。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6AD6B-1127-46A7-978D-99FCA23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5DC8D-EF87-4FA3-B7EA-45D472A1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40% / 30% / 30%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DD57F-9787-42B1-BB82-79D8FEF9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E5A82-5360-4EA0-982D-8E12A4D3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10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865B"/>
                </a:solidFill>
              </a:defRPr>
            </a:pPr>
            <a:r>
              <a:rPr sz="1875" b="1">
                <a:solidFill>
                  <a:srgbClr val="16865B"/>
                </a:solidFill>
              </a:rPr>
              <a:t>8+ 张截图证据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8722C-5724-406C-8944-D7136415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0EB5B-A7DA-4011-BD1F-B2DDC318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10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</a:defRPr>
            </a:pPr>
            <a:r>
              <a:rPr sz="1875" b="1">
                <a:solidFill>
                  <a:srgbClr val="D97706"/>
                </a:solidFill>
              </a:rPr>
              <a:t>7/10-7/19 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AD8F3-9603-4883-934D-83030545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企业车牌识别与车辆管理系统 · 12</a:t>
            </a:r>
          </a:p>
        </p:txBody>
      </p:sp>
    </p:spTree>
    <p:extLst>
      <p:ext uri="{BB962C8B-B14F-4D97-AF65-F5344CB8AC3E}">
        <p14:creationId xmlns:p14="http://schemas.microsoft.com/office/powerpoint/2010/main" val="256120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2026-07-23T10:56:35.7430000Z</dcterms:created>
  <dcterms:modified xsi:type="dcterms:W3CDTF">2026-07-23T10:56:35.7430000Z</dcterms:modified>
</coreProperties>
</file>